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Second"/>
    <p:sldId id="257" r:id="rFirst"/>
  </p:sldIdLst>
</p:presentation>
</file>

<file path=ppt/_rels/presentation.xml.rels><?xml version="1.0"?><Relationships xmlns="http://schemas.openxmlformats.org/package/2006/relationships"><Relationship Id="rFirst" Type="http://schemas.openxmlformats.org/officeDocument/2006/relationships/slide" Target="slides/slide1.xml"/><Relationship Id="rSecond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a:p>
    <a:r>
      <a:t>File one appears second &amp; 保留中文</a:t>
    </a:r>
  </a:p>
</p:sld>
</file>

<file path=ppt/slides/slide2.xml><?xml version="1.0" encoding="utf-8"?>
<p:sld xmlns:p="http://schemas.openxmlformats.org/presentationml/2006/main" xmlns:a="http://schemas.openxmlformats.org/drawingml/2006/main">
  <a:p>
    <a:r>
      <a:t>File two appears first</a:t>
    </a:r>
  </a:p>
  <a:p>
    <a:r>
      <a:t>Second paragraph</a:t>
    </a:r>
  </a:p>
</p:sld>
</file>